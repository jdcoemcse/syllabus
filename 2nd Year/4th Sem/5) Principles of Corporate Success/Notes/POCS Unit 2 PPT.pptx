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EFB6-0896-4999-BC5C-EA21786325BA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C7D96769-C580-44AC-BFE7-57B4623894DB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592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5A16EFB6-0896-4999-BC5C-EA21786325BA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6769-C580-44AC-BFE7-57B4623894DB}" type="slidenum">
              <a:rPr lang="en-IN" smtClean="0"/>
              <a:t>‹#›</a:t>
            </a:fld>
            <a:endParaRPr lang="en-IN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3220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EFB6-0896-4999-BC5C-EA21786325BA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6769-C580-44AC-BFE7-57B4623894DB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612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EFB6-0896-4999-BC5C-EA21786325BA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6769-C580-44AC-BFE7-57B4623894DB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086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EFB6-0896-4999-BC5C-EA21786325BA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6769-C580-44AC-BFE7-57B4623894DB}" type="slidenum">
              <a:rPr lang="en-IN" smtClean="0"/>
              <a:t>‹#›</a:t>
            </a:fld>
            <a:endParaRPr lang="en-IN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335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EFB6-0896-4999-BC5C-EA21786325BA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6769-C580-44AC-BFE7-57B4623894DB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4829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EFB6-0896-4999-BC5C-EA21786325BA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6769-C580-44AC-BFE7-57B462389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265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EFB6-0896-4999-BC5C-EA21786325BA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6769-C580-44AC-BFE7-57B4623894DB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0869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5A16EFB6-0896-4999-BC5C-EA21786325BA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C7D96769-C580-44AC-BFE7-57B4623894DB}" type="slidenum">
              <a:rPr lang="en-IN" smtClean="0"/>
              <a:t>‹#›</a:t>
            </a:fld>
            <a:endParaRPr lang="en-IN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2107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EFB6-0896-4999-BC5C-EA21786325BA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6769-C580-44AC-BFE7-57B4623894DB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837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EFB6-0896-4999-BC5C-EA21786325BA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6769-C580-44AC-BFE7-57B4623894DB}" type="slidenum">
              <a:rPr lang="en-IN" smtClean="0"/>
              <a:t>‹#›</a:t>
            </a:fld>
            <a:endParaRPr lang="en-IN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538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6EFB6-0896-4999-BC5C-EA21786325BA}" type="datetimeFigureOut">
              <a:rPr lang="en-IN" smtClean="0"/>
              <a:t>27-02-2025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7D96769-C580-44AC-BFE7-57B4623894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18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765" y="1117601"/>
            <a:ext cx="10233890" cy="181032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of Corporate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uccess</a:t>
            </a:r>
            <a:b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2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Branding Warm - Up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9238" y="4063231"/>
            <a:ext cx="8637072" cy="1598660"/>
          </a:xfrm>
        </p:spPr>
        <p:txBody>
          <a:bodyPr>
            <a:normAutofit fontScale="85000" lnSpcReduction="10000"/>
          </a:bodyPr>
          <a:lstStyle/>
          <a:p>
            <a:pPr algn="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Gauri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Thakare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Trainer</a:t>
            </a:r>
          </a:p>
          <a:p>
            <a:pPr algn="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T&amp;P Dept. </a:t>
            </a:r>
          </a:p>
          <a:p>
            <a:pPr algn="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JDCOEM Nagpur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634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934851"/>
            <a:ext cx="9603275" cy="104923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Brand Exercise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764145"/>
            <a:ext cx="10852728" cy="421178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personal brand exercise is a reflective activity that helps individuals identify, define, and articulate their unique strengths, values, and passions to create a distinctive personal brand.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personal branding important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 algn="just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Differentiation </a:t>
            </a:r>
          </a:p>
          <a:p>
            <a:pPr marL="0" indent="0" algn="just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Career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advancement</a:t>
            </a:r>
          </a:p>
          <a:p>
            <a:pPr marL="0" indent="0" algn="just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3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</a:t>
            </a:r>
          </a:p>
          <a:p>
            <a:pPr marL="0" indent="0" algn="just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4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99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Brand Exercise Steps: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Reflect on your 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matters most to you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Identify your core values: Write down your top 5-7 core values, such as honesty, integrity, compassion, or creativity.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Explain why each value is important: Write a brief explanation for each value, highlighting why it's essential to you.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85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7142" y="1330035"/>
            <a:ext cx="10128857" cy="391621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Identify your strengths: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your natural talents? What skills have you developed?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are your natural talents?: Think about what you're naturally good at, such as problem-solving, communication, or leadership.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What skills have you developed?: Consider the skills you've acquired through education, training, or experience, such as writing, design, or public speaking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Ask for feedback: Ask friends, family, or colleagues what they think you're good at and what your strengths are.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048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2110" y="1209964"/>
            <a:ext cx="9791436" cy="425638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Explore your passions: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activities make you come alive? What topics do you enjoy learning about?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activities make you come alive?: Think about what you enjoy doing in your free time, such as reading, hiking, or volunteering.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What topics do you enjoy learning about?: Consider what subjects you find fascinating, such as history, science, or art.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kind of work environment do you thrive in?: Think about what kind of work environment motivates you, such as a team-based environment or a solo project.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16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509" y="1339273"/>
            <a:ext cx="10159999" cy="43780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Research your target audience: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do you want to connect with? What are their needs and interests?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Who do you want to connect with?: Identify the people you want to connect with, such as industry leaders, potential employers, or like-minded individuals.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What are their needs and interests?: Research what your target audience is interested in, what challenges they face, and what they value.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kind of content do they engage with?: Look at what kind of content your target audience engages with, such as blog posts, videos, or podcasts.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579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164" y="979055"/>
            <a:ext cx="10307781" cy="473825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Craft your unique value proposition (UVP)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sets you apart? What unique benefits do you offer?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sets you apart?: Think about what makes you unique, such as your skills, experience, or perspective.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What benefits do you offer?: Consider what benefits you can offer to your target audience, such as solving a problem or providing valuable insights.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Write a concise UVP statement: Craft a brief statement that summarizes your unique value proposition, such as "I help professionals develop their personal brand and advance their careers."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8460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270" y="1071418"/>
            <a:ext cx="9603275" cy="439492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Develop your personal brand statement: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Distill your UVP into a concise, memorable statement.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Choose a color scheme: Select a color scheme that reflects your personality and brand, such as a bold and bright scheme or a more subdued and professional scheme.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Select a typography: Choose a typography that reflects your brand's tone and personality, such as a serif font for a more traditional look or a sans-serif font for a more modern look.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Design a logo: Create a logo that represents your brand, such as a wordmark, letterform, or icon-based logo.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563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018" y="1173018"/>
            <a:ext cx="10972800" cy="4756727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Create a visual identity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</a:p>
          <a:p>
            <a:pPr algn="just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colors, fonts, and imagery that reflect your personal brand.</a:t>
            </a:r>
          </a:p>
          <a:p>
            <a:pPr algn="just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Write a brief summary: Craft a brief summary of your personal brand, including your UVP, values, and strengths.</a:t>
            </a:r>
          </a:p>
          <a:p>
            <a:pPr algn="just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Practice your delivery: Practice delivering your elevator pitch in front of a mirror, record yourself, or practice with a friend or family member.</a:t>
            </a:r>
          </a:p>
          <a:p>
            <a:pPr algn="just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Refine your pitch: Refine your pitch based on feedback and practice, ensuring it's concise, clear, and compelling.</a:t>
            </a:r>
          </a:p>
          <a:p>
            <a:pPr marL="0" indent="0" algn="just">
              <a:buNone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Example of a Personal Brand Statement: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"As a passionate and driven individual with expertise in [industry/field], I help [target audience] achieve [desirable outcome] through [unique approach]."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6268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  Personal Branding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270" y="1597891"/>
            <a:ext cx="9603275" cy="447963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Fame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Minimization of Imposter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Syndrome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Attraction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Energy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Amplification of Joy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Growth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Wealth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Over Career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Confidence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164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Branding Defined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269" y="2002559"/>
            <a:ext cx="9603275" cy="3294576"/>
          </a:xfrm>
        </p:spPr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Personal Branding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branding is the intentional and strategic practice of defining and expressing your value. It involves understanding how you want to be perceived by others and actively managing that perception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Personal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Branding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branding is the process of developing a recognizable and unique identity that reflects an individual’s values, skills, and personality.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787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Elements of Personal Branding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856" y="1902691"/>
            <a:ext cx="10446326" cy="391621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Story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Every individual has a story that shapes who they are. Sharing this story helps create a connection with the audience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Highlighting specific skills relevant to one’s profession is crucial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Values reflect what an individual stands for and guide their actions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Visual elements such as logos, color schemes, and fonts contribute to brand recognition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Brand Statement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is a concise statement that encapsulates what an individual does and how they provide value to others.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424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Framework to Define Your Personal Brand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purpose-driven personal brand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a combination of introspection and strategic action.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is not just about showcasing professional skills and accomplishments, but about aligning your career and life with your deeper motivations, values, and the legacy you want to leave.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898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699985"/>
          </a:xfrm>
        </p:spPr>
        <p:txBody>
          <a:bodyPr/>
          <a:lstStyle/>
          <a:p>
            <a:r>
              <a:rPr lang="en-US" b="1" dirty="0"/>
              <a:t>Four C’s Framework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270" y="1719187"/>
            <a:ext cx="10159999" cy="418285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Understand who you are and what you stand for. This is about recognizing your purpose, values, and vision.</a:t>
            </a:r>
          </a:p>
          <a:p>
            <a:pPr marL="0" indent="0" algn="just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Be consistent in how you communicate and act, both online and offline. Your values, tone, and brand should be represented consistently across all platforms and interactions.</a:t>
            </a:r>
          </a:p>
          <a:p>
            <a:pPr marL="0" indent="0" algn="just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 content that reflects and reinforces your personal brand, whether through writing, speaking, or creative work. Content should resonate with your audience and showcase your expertise.</a:t>
            </a:r>
          </a:p>
          <a:p>
            <a:pPr marL="0" indent="0" algn="just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Build relationships with others and communicate your brand authentically and effectively. Relationships, connections, and conversations are essential for solidifying your brand.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721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506" y="842487"/>
            <a:ext cx="9603275" cy="72769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 Pillars Framework (Jill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Hauwiller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491" y="1570181"/>
            <a:ext cx="10880435" cy="4525819"/>
          </a:xfrm>
        </p:spPr>
        <p:txBody>
          <a:bodyPr>
            <a:noAutofit/>
          </a:bodyPr>
          <a:lstStyle/>
          <a:p>
            <a:pPr algn="just" fontAlgn="base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Discover what drives you. Ask, “Why do I do what I do?” Understanding your core motivation is key.</a:t>
            </a:r>
          </a:p>
          <a:p>
            <a:pPr algn="just" fontAlgn="base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Identify the principles that guide your decisions and actions. These are the foundation of your personal brand.</a:t>
            </a:r>
          </a:p>
          <a:p>
            <a:pPr algn="just" fontAlgn="base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Maintain clear self-awareness of who you are, your strengths, and your uniqueness.</a:t>
            </a:r>
          </a:p>
          <a:p>
            <a:pPr algn="just" fontAlgn="base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Acknowledge your talents and skills. Knowing what you’re good at helps define how you contribute to the world.</a:t>
            </a:r>
          </a:p>
          <a:p>
            <a:pPr algn="just" fontAlgn="base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Consider the passion and enthusiasm you bring to your work and how you can share that energy with others.</a:t>
            </a:r>
          </a:p>
          <a:p>
            <a:pPr algn="just" fontAlgn="base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Think long-term—what impact do you want to have? How do you want to be remembered?</a:t>
            </a:r>
          </a:p>
          <a:p>
            <a:pPr algn="just" fontAlgn="base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Ownership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Take responsibility for your personal brand and actively develop it. This requires commitment and continuous effort.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7868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270" y="953325"/>
            <a:ext cx="9519257" cy="56143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Branding Roadmap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073" y="1662544"/>
            <a:ext cx="10852727" cy="4359565"/>
          </a:xfrm>
        </p:spPr>
        <p:txBody>
          <a:bodyPr>
            <a:noAutofit/>
          </a:bodyPr>
          <a:lstStyle/>
          <a:p>
            <a:pPr algn="just" fontAlgn="base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Self-Assessment &amp; Reflection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Start with deep introspection to understand your strengths, weaknesses, values, passions, and goals. Conduct a Personal SWOT analysis and explore exercises like identifying your personal brand "hero" (someone whose journey or brand inspires you).</a:t>
            </a:r>
          </a:p>
          <a:p>
            <a:pPr algn="just" fontAlgn="base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Your Brand Vision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 a clear brand vision by answering key questions: What is your mission? What do you want to achieve? Use frameworks like Simon Sinek’s ‘Why, How, What’ model to ensure your brand resonates with your values and objectives.</a:t>
            </a:r>
          </a:p>
          <a:p>
            <a:pPr algn="just" fontAlgn="base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Your Target Audience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Understand who you want to reach and influence. Clarify who would benefit from your expertise, products, or services. Develop detailed customer personas to guide your communication.</a:t>
            </a:r>
          </a:p>
          <a:p>
            <a:pPr algn="just" fontAlgn="base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Your Unique Value Proposition (UVP)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Your UVP is what sets you apart. Reflect on your unique mix of skills, experiences, and perspectives, and articulate it into a concise statement that highlights the value you provide.</a:t>
            </a:r>
          </a:p>
          <a:p>
            <a:pPr algn="just"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016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346" y="923636"/>
            <a:ext cx="11342254" cy="5172364"/>
          </a:xfrm>
        </p:spPr>
        <p:txBody>
          <a:bodyPr>
            <a:normAutofit fontScale="32500" lnSpcReduction="20000"/>
          </a:bodyPr>
          <a:lstStyle/>
          <a:p>
            <a:pPr algn="just" fontAlgn="base"/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Consistent Branding Elements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Visual consistency is key to your personal brand. Select colors, fonts, logos, and other elements that reflect your personality and values. A Personal Brand Style Guide ensures uniformity across all branding materials.</a:t>
            </a:r>
          </a:p>
          <a:p>
            <a:pPr algn="just" fontAlgn="base"/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Your Online Presence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Establish and maintain your presence on key platforms (LinkedIn, website, social media). Regularly share relevant and engaging content that aligns with your brand. A Content Calendar helps you plan and schedule posts.</a:t>
            </a:r>
          </a:p>
          <a:p>
            <a:pPr algn="just" fontAlgn="base"/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 &amp; Network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Networking is vital for strengthening your personal brand. Attend industry events, webinars, and workshops, and engage with peers, mentors, and potential collaborators to enhance your brand’s visibility.</a:t>
            </a:r>
          </a:p>
          <a:p>
            <a:pPr algn="just" fontAlgn="base"/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 Feedback &amp; Iterate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Personal branding is an ongoing process. Regularly ask for feedback from peers, mentors, and your audience to identify areas for improvement. Adapt your brand strategy based on their input.</a:t>
            </a:r>
          </a:p>
          <a:p>
            <a:pPr algn="just" fontAlgn="base"/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Updated &amp; Continue Learning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Personal growth and professional development are crucial for brand evolution. Attend workshops, read relevant books, and keep up-to-date with industry trends to ensure your brand remains dynamic and relevant.</a:t>
            </a:r>
          </a:p>
          <a:p>
            <a:pPr algn="just" fontAlgn="base"/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&amp; Protect Your Brand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Protect your online reputation by monitoring your brand’s presence and taking action if any negative feedback arises. Set up Google Alerts to track mentions and engage positively with any criticism.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4577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Questions to Guide Your Personal Brand Development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270" y="2282605"/>
            <a:ext cx="9603275" cy="3294576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my core values, and how do they shape my brand?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I do what I do? (Purpose)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my unique strengths and experiences that differentiate me?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legacy do I want to leave through my work and interactions?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my ideal audience or target market, and what do they care about?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I authentically communicate my message and engage with others?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655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 of Your Personal Brand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218" y="1681018"/>
            <a:ext cx="10261600" cy="419330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 few practical steps:</a:t>
            </a:r>
          </a:p>
          <a:p>
            <a:pPr algn="just"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your actions with your brand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 your daily work and interactions reflect your brand’s values and mission.</a:t>
            </a:r>
          </a:p>
          <a:p>
            <a:pPr algn="just"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Tell your brand story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Share your personal journey, challenges, and successes. Authentic storytelling builds connection and trust.</a:t>
            </a:r>
          </a:p>
          <a:p>
            <a:pPr algn="just"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content to reinforce your brand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Regularly create and share content (articles, videos, presentations) that showcases your expertise and reinforces your message.</a:t>
            </a:r>
          </a:p>
          <a:p>
            <a:pPr algn="just"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your success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Regularly assess how your brand is being received by others and how it impacts your career or business. Use metrics like engagement, feedback, and opportunities as benchmarks.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721398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59</TotalTime>
  <Words>1292</Words>
  <Application>Microsoft Office PowerPoint</Application>
  <PresentationFormat>Widescreen</PresentationFormat>
  <Paragraphs>117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Times New Roman</vt:lpstr>
      <vt:lpstr>Gallery</vt:lpstr>
      <vt:lpstr>Principle of Corporate Success  UNIT 2 Personal Branding Warm - Up </vt:lpstr>
      <vt:lpstr>Personal Brand Exercise</vt:lpstr>
      <vt:lpstr>Personal Brand Exercise Steps: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Benefits Of  Personal Branding  </vt:lpstr>
      <vt:lpstr>Personal Branding Defined  </vt:lpstr>
      <vt:lpstr>Key Elements of Personal Branding  </vt:lpstr>
      <vt:lpstr>Part Framework to Define Your Personal Brand </vt:lpstr>
      <vt:lpstr>Four C’s Framework</vt:lpstr>
      <vt:lpstr>Seven Pillars Framework (Jill Hauwiller)</vt:lpstr>
      <vt:lpstr>Personal Branding Roadmap</vt:lpstr>
      <vt:lpstr>PowerPoint Presentation</vt:lpstr>
      <vt:lpstr>Key Questions to Guide Your Personal Brand Development</vt:lpstr>
      <vt:lpstr>Practical Application of Your Personal Brand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 of Corporate Success  UNIT 2 Personal Branding Warm - Up </dc:title>
  <dc:creator>DELL</dc:creator>
  <cp:lastModifiedBy>DELL</cp:lastModifiedBy>
  <cp:revision>8</cp:revision>
  <dcterms:created xsi:type="dcterms:W3CDTF">2025-02-27T13:47:46Z</dcterms:created>
  <dcterms:modified xsi:type="dcterms:W3CDTF">2025-02-27T14:48:56Z</dcterms:modified>
</cp:coreProperties>
</file>