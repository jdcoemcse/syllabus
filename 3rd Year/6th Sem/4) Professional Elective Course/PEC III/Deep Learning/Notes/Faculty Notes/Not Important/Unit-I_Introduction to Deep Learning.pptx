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2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26" y="135771"/>
            <a:ext cx="8523028" cy="1488373"/>
          </a:xfrm>
          <a:prstGeom prst="rect">
            <a:avLst/>
          </a:prstGeom>
        </p:spPr>
      </p:pic>
      <p:pic>
        <p:nvPicPr>
          <p:cNvPr id="5" name="image1.jp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371141" y="2759284"/>
            <a:ext cx="2033372" cy="2222148"/>
          </a:xfrm>
          <a:prstGeom prst="rect">
            <a:avLst/>
          </a:prstGeom>
          <a:ln/>
        </p:spPr>
      </p:pic>
      <p:sp>
        <p:nvSpPr>
          <p:cNvPr id="6" name="TextBox 5"/>
          <p:cNvSpPr txBox="1"/>
          <p:nvPr/>
        </p:nvSpPr>
        <p:spPr>
          <a:xfrm>
            <a:off x="2245055" y="5213058"/>
            <a:ext cx="4619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Prof. </a:t>
            </a:r>
            <a:r>
              <a:rPr lang="en-US" sz="28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Gajanan</a:t>
            </a:r>
            <a:r>
              <a:rPr lang="en-US" sz="2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Wankhade</a:t>
            </a:r>
            <a:endParaRPr lang="en-IN" sz="2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96558" y="1673975"/>
            <a:ext cx="39167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</a:t>
            </a:r>
            <a:r>
              <a:rPr dirty="0" smtClean="0"/>
              <a:t>to Deep Learning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 of AI</a:t>
            </a:r>
          </a:p>
          <a:p>
            <a:r>
              <a:t>ML vs DL</a:t>
            </a:r>
          </a:p>
          <a:p>
            <a:r>
              <a:t>Neural Networks</a:t>
            </a:r>
          </a:p>
          <a:p>
            <a:r>
              <a:t>Training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210414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Deep Learning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93661"/>
            <a:ext cx="74485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7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Rule-based AI</a:t>
            </a:r>
          </a:p>
          <a:p>
            <a:r>
              <a:t>Machine Learning</a:t>
            </a:r>
          </a:p>
          <a:p>
            <a:r>
              <a:t>Deep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Machine Learning vs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features vs Automatic features</a:t>
            </a:r>
          </a:p>
          <a:p>
            <a:r>
              <a:t>Shallow vs Deep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Deep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multi-layer neural networks</a:t>
            </a:r>
          </a:p>
          <a:p>
            <a:r>
              <a:t>Learns hierarchical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</a:t>
            </a:r>
          </a:p>
          <a:p>
            <a:r>
              <a:t>Unsupervised</a:t>
            </a:r>
          </a:p>
          <a:p>
            <a:r>
              <a:t>Reinforcement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Deep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1943 MP Neuron</a:t>
            </a:r>
          </a:p>
          <a:p>
            <a:r>
              <a:t>1958 Perceptron</a:t>
            </a:r>
          </a:p>
          <a:p>
            <a:r>
              <a:t>2012 AlexNet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Neuron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Inputs, Weights, Bias</a:t>
            </a:r>
          </a:p>
          <a:p>
            <a:r>
              <a:t>Activation Function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Step, Sigmoid, Tanh</a:t>
            </a:r>
          </a:p>
          <a:p>
            <a:r>
              <a:t>ReLU, Softmax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McCulloch Pitts Neuron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inputs and outputs</a:t>
            </a:r>
          </a:p>
          <a:p>
            <a:r>
              <a:t>Threshold logic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Single-layer model</a:t>
            </a:r>
          </a:p>
          <a:p>
            <a:r>
              <a:t>Linear classification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Hidden →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calculation</a:t>
            </a:r>
          </a:p>
          <a:p>
            <a:r>
              <a:t>Weight update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Optimization technique</a:t>
            </a:r>
          </a:p>
          <a:p>
            <a:r>
              <a:t>Minimizes loss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Batch</a:t>
            </a:r>
          </a:p>
          <a:p>
            <a:r>
              <a:t>Stochastic</a:t>
            </a:r>
          </a:p>
          <a:p>
            <a:r>
              <a:t>Mini-batch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Vision, Speech</a:t>
            </a:r>
          </a:p>
          <a:p>
            <a:r>
              <a:t>Healthcare, Robotics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of modern AI</a:t>
            </a:r>
          </a:p>
          <a:p>
            <a:r>
              <a:t>Future of intelligent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154</Words>
  <Application>Microsoft Office PowerPoint</Application>
  <PresentationFormat>On-screen Show (4:3)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Introduction to Deep Learning</vt:lpstr>
      <vt:lpstr>Introduction to Deep Learning</vt:lpstr>
      <vt:lpstr>Evolution of AI</vt:lpstr>
      <vt:lpstr>Machine Learning vs Deep Learning</vt:lpstr>
      <vt:lpstr>What is Deep Learning?</vt:lpstr>
      <vt:lpstr>Types of Deep Learning</vt:lpstr>
      <vt:lpstr>History of Deep Learning</vt:lpstr>
      <vt:lpstr>Artificial Neuron Model</vt:lpstr>
      <vt:lpstr>Activation Functions</vt:lpstr>
      <vt:lpstr>McCulloch Pitts Neuron</vt:lpstr>
      <vt:lpstr>Perceptron</vt:lpstr>
      <vt:lpstr>Forward Propagation</vt:lpstr>
      <vt:lpstr>Back Propagation</vt:lpstr>
      <vt:lpstr>Gradient Descent</vt:lpstr>
      <vt:lpstr>Types of Gradient Descent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2025-12-17T04:41:20Z</dcterms:modified>
  <cp:category/>
</cp:coreProperties>
</file>