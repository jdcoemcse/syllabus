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eep-learning/cnn-introduction-to-pooling-layer/" TargetMode="External"/><Relationship Id="rId2" Type="http://schemas.openxmlformats.org/officeDocument/2006/relationships/hyperlink" Target="https://www.geeksforgeeks.org/machine-learning/what-are-convolution-layer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deep-learning/what-is-fully-connected-layer-in-deep-learning/" TargetMode="External"/><Relationship Id="rId4" Type="http://schemas.openxmlformats.org/officeDocument/2006/relationships/hyperlink" Target="https://www.geeksforgeeks.org/machine-learning/activation-functions-neural-networks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371141" y="3082844"/>
            <a:ext cx="2033372" cy="2222148"/>
          </a:xfrm>
          <a:prstGeom prst="rect">
            <a:avLst/>
          </a:prstGeom>
          <a:ln/>
        </p:spPr>
      </p:pic>
      <p:sp>
        <p:nvSpPr>
          <p:cNvPr id="6" name="TextBox 5"/>
          <p:cNvSpPr txBox="1"/>
          <p:nvPr/>
        </p:nvSpPr>
        <p:spPr>
          <a:xfrm>
            <a:off x="2245055" y="5466277"/>
            <a:ext cx="4619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Prof. </a:t>
            </a:r>
            <a:r>
              <a:rPr lang="en-US" sz="2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Gajanan</a:t>
            </a: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Wankhade</a:t>
            </a:r>
            <a:endParaRPr lang="en-IN" sz="2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96558" y="2039743"/>
            <a:ext cx="39167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Deep Learning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3E1230-ABC3-15DD-8421-88CE6AD68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32" y="225083"/>
            <a:ext cx="8173328" cy="1919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Unit-II </a:t>
            </a:r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Deep Learning Models</a:t>
            </a:r>
            <a:endParaRPr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6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 to CNNs</a:t>
            </a:r>
          </a:p>
          <a:p>
            <a:pPr marL="0" indent="0" algn="just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A Convolutional Neural Network (CNN) is a class of deep learning models primarily used for processing grid-like data such as images. CNNs automatically learn spatial hierarchies of features using convolution operations, making them highly effective for computer vision tasks.</a:t>
            </a:r>
            <a:endParaRPr lang="en-IN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GB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Key Characteristics of CNNs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Local connectivity</a:t>
            </a:r>
          </a:p>
          <a:p>
            <a:pPr lvl="0"/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Parameter sharing</a:t>
            </a:r>
          </a:p>
          <a:p>
            <a:pPr lvl="0"/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Translation invariance</a:t>
            </a:r>
          </a:p>
          <a:p>
            <a:pPr lvl="0"/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Fewer parameters compared to fully connected networks</a:t>
            </a:r>
          </a:p>
          <a:p>
            <a:pPr marL="0" indent="0">
              <a:buNone/>
            </a:pPr>
            <a:endParaRPr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14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4484C-CACC-624B-82F2-9CFD70F90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D3810-D987-6280-4D8A-346B4B3A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Convolutional Neural Network (CNN)</a:t>
            </a:r>
            <a:endParaRPr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6D8C93-D1DB-32A0-B605-78F89EC14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39" y="1384101"/>
            <a:ext cx="8102561" cy="417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82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D9E22-83FF-EB0D-24A2-ACD97C6F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4E8D3-1D30-88F4-CC57-576E3DE1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Convolutional Neural Network (CNN) Layers</a:t>
            </a:r>
            <a:endParaRPr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92081-1AF1-E05A-4B73-B3E81B1C59F0}"/>
              </a:ext>
            </a:extLst>
          </p:cNvPr>
          <p:cNvSpPr txBox="1"/>
          <p:nvPr/>
        </p:nvSpPr>
        <p:spPr>
          <a:xfrm>
            <a:off x="457201" y="1583902"/>
            <a:ext cx="5479366" cy="157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u="sng" dirty="0">
                <a:solidFill>
                  <a:srgbClr val="0563C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Convolutional Layers</a:t>
            </a:r>
            <a:r>
              <a:rPr lang="en-IN" sz="18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b="1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u="sng" dirty="0">
                <a:solidFill>
                  <a:srgbClr val="0563C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Pooling Layers</a:t>
            </a:r>
            <a:r>
              <a:rPr lang="en-IN" sz="18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u="sng" dirty="0">
                <a:solidFill>
                  <a:srgbClr val="0563C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Activation Functions</a:t>
            </a:r>
            <a:r>
              <a:rPr lang="en-IN" sz="18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u="sng" dirty="0">
                <a:solidFill>
                  <a:srgbClr val="0563C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Fully Connected Layers</a:t>
            </a:r>
            <a:r>
              <a:rPr lang="en-IN" sz="18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b="1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63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6D300-AB4D-6421-C702-61A173B86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B18F-BA45-7429-387A-F90AD71A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Evaluate CNN Models</a:t>
            </a:r>
            <a:endParaRPr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4ECA6-02A5-93F8-D669-B1945468CE02}"/>
              </a:ext>
            </a:extLst>
          </p:cNvPr>
          <p:cNvSpPr txBox="1"/>
          <p:nvPr/>
        </p:nvSpPr>
        <p:spPr>
          <a:xfrm>
            <a:off x="457200" y="1560317"/>
            <a:ext cx="8025618" cy="3451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IN" sz="1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Accuracy is the percentage of test images that the CNN correctly classifies.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Precision:</a:t>
            </a:r>
            <a:r>
              <a:rPr lang="en-IN" sz="1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Precision is the percentage of test images that the CNN predicts as a particular class and that are actually of that class.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Recall: </a:t>
            </a:r>
            <a:r>
              <a:rPr lang="en-IN" sz="1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Recall is the percentage of test images that are of a particular class and that the CNN predicts as that class.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F1 Score:</a:t>
            </a:r>
            <a:r>
              <a:rPr lang="en-IN" sz="1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The F1 Score is a harmonic mean of precision and recall. It is a good metric for evaluating the performance of a CNN on classes that are imbalanced.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708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202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Symbol</vt:lpstr>
      <vt:lpstr>Office Theme</vt:lpstr>
      <vt:lpstr>PowerPoint Presentation</vt:lpstr>
      <vt:lpstr>Unit-II Deep Learning Models</vt:lpstr>
      <vt:lpstr>Convolutional Neural Network (CNN)</vt:lpstr>
      <vt:lpstr>Convolutional Neural Network (CNN) Layers</vt:lpstr>
      <vt:lpstr>How to Evaluate CNN Models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Deep Learning</dc:title>
  <dc:subject/>
  <dc:creator/>
  <cp:keywords/>
  <dc:description>generated using python-pptx</dc:description>
  <cp:lastModifiedBy>admin</cp:lastModifiedBy>
  <cp:revision>33</cp:revision>
  <dcterms:created xsi:type="dcterms:W3CDTF">2013-01-27T09:14:16Z</dcterms:created>
  <dcterms:modified xsi:type="dcterms:W3CDTF">2026-02-06T03:30:02Z</dcterms:modified>
  <cp:category/>
</cp:coreProperties>
</file>